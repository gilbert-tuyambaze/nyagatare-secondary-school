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640080"/>
            <a:ext cx="7315200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Nyagatare Secondary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6126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New Staff User Guide for the NSS Digital System and public website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94360"/>
            <a:ext cx="219456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6751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Staff onboarding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32004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37560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Prepared from a full project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22192"/>
            <a:ext cx="32004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59352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Updated March 22,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43984"/>
            <a:ext cx="32004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58114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No code included</a:t>
            </a:r>
          </a:p>
        </p:txBody>
      </p:sp>
      <p:pic>
        <p:nvPicPr>
          <p:cNvPr id="15" name="Picture 14" descr="nss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822960"/>
            <a:ext cx="1691640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7152" y="288036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Display"/>
              </a:rPr>
              <a:t>NSS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42900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Public pages, secure staff tools, and everyday role-based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Generated from live project structure and user-facing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System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This platform combines public communication with protected school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8444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Public Website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Home page, events, blog/news, board members, enrollment, login, and donation pages.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Published content and event updates become visible here for visitors, parents, and applicants.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58444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8444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Secure Staff Workspace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/system area is role-aware and only shows modules your account can access.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Typical staff modules include dashboard, applications, academics, class operations, content, users, finance, invite, and reports.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58444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58444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Live Records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Most modules use live Firestore data rather than static demo pages.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 change in one desk can affect dashboards, student views, applicant tracking, or public pages.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3584448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Access And First-Time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New staff accounts are usually created through the invite workflow before normal sign-in begins.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1. Receive An Invite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 leadership user creates a one-time invite and chooses your role.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That invite carries the access level you will start with.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2. Create Your Account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Open the invite link, confirm your full name, and create your password.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 valid invite moves you directly into the NSS system after account creation.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3. Sign In Later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Go to the Login page, choose Staff, and enter your school email and password.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Applicants, students, parents, and staff each have separate tabs on the same login screen.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4. Protect Your Access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Do not share passwords or leave the system open on shared computers.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Use My Profile for password changes and sign out from the top bar when finished.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Role-Based Access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Menus change according to role, so two staff users may not see the same pages.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Leadership Roles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SuperAdmin and Headmaster have the broadest school-wide visibility.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They can oversee users, roles, reports, admissions, finance, discipline, academics, and publishing.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Academic Leadership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DOS, HOD, and DOD focus on academic coordination, class movement, marks visibility, and discipline or content tasks based on role.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They often bridge leadership reporting with classroom activity.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Operational Specialists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Admissions Officer, Bursar, and Content Manager have narrower but important workspaces.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Their access is centered on admissions, finance, or public communication duties.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Teaching And Family Accounts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Teachers mainly work with marks, learning resources, chats, and assigned classes.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Students and parents mostly view academic information rather than manage school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Daily Navigation And Account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Most staff users begin their day from the dashboard and move into their assigned workspaces.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Dashboard Home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System Home page is role-aware and shows quick actions, alerts, recent activity, and role-relevant statistics.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Use it as the safest place to understand what needs attention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My Profile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Update your own full name, department, and password here.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Role and sign-in email stay protected from normal self-service editing.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Users And Roles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Leadership users can search access profiles, inspect role, department, and status, then update or remove non-protected records.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Roles page shows each role and the permissions attached to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Invite Workspace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Authorized users can create one-time invite links, resend invitation emails, change pending invite roles, or regenerate links.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Expired or incorrect invites are handled here instead of creating duplicate accounts.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Admissions And Applicant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Public applications and internal admissions review are tightly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Application Intake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Staff can open or close public applications from the Admissions Workspace.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When intake is closed, the enrollment form stops accepting new submissions.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Review Queue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Search by applicant name or application ID and filter by status.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Each record shows applicant details, guardian details, previous school, score, and report links when provided.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Decision Handling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Application statuses include Pending, Review, Admitted, Rejected, and Waitlist.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Staff can save admissions notes, applicant communication notes, and final decision notes.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Applicant Visibility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Applicants can track their status in the Applicant Portal using an application ID.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Decision notes and invite-based applicant account setup can flow back to the applicant 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Class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This desk handles structural class setup before daily teaching begins.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Create Classes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Create a class with name, department, head teacher, subject, academic year, term, and optional student leader.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This is the foundation for later marks, resources, and class communication.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Deploy Teachers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Assign a teacher to a class and subject, then decide whether that assignment allows student invites, parent invites, or class-change action.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Existing assignments can be edited instead of recreated.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Place Or Move Students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Learners can be assigned into a class or moved between classes from one form.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Movement is logged so class changes remain auditable.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Leadership Board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Each class page shows subject coverage, class teacher status, student roster, discipline watch, missing setup items, movement history, and recent actions.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Use this board before making major class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Academics And Student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The Academics workspace connects classroom delivery, marks, messaging, and support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Learning Resources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Teachers and authorized leaders can publish assignments, exercises, holiday packages, notes, and materials by class and subject.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Resources can include due dates and attachment links.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Marks And Comments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Marks are entered by class, student, subject, term, and academic year.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Existing mark records update automatically, and teacher comments can be saved with the 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Chats And Follow-Up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Class Conversations include shared class chats and private subject threads.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Students can respond to marks and message subject teachers for follow-up.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What Students See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Student Dashboard shows class membership, average mark, learning queue, resources, marks, teacher messaging, and discipline notes.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Staff should know this view so communication matches what learners can already see.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Content And Public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Publishing work in the Content desk directly shapes what the public sees on the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Stories And Announcements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Create, search, filter, publish, edit, or delete news, blog posts, and announcements.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Statuses move through Draft, Review, and Published.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Event Operations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Maintain the live school calendar with title, date, category, status, location, and event description.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Published updates appear on the public Events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Board Members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Add or update governance profiles for teacher, leader, and parent board categories.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This information powers the public Board Members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Subscribers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Newsletter audiences are collected from the homepage footer and Events page.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Staff can search the list and export subscriber data as CSV when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Leadership Operations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Several modules support school-wide oversight beyond day-to-day classroom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Control Center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Leadership can review and edit applications, events, donations, and subscriber records from one central page.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Use it for quick whole-school updates when you do not need to enter each separate desk.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Finance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Bursar-focused views track donations, payment status, donor details, references, payment links, and finance health snapshots.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Donation exports are available for reporting and reconciliation.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Discipline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Authorized users monitor discipline cases, severity, ownership, and follow-up status.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Class operations and student support views also surface discipline context where relevant.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AI Hub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Admin users can send operational prompts to the AI Hub for summaries and analytics guidance.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Non-admin users can still view insight cards even when prompt entry is disabled.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Public Pages Every Staff Member Should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Even internal users should understand the main public journeys because staff work changes these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Homepage And Login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public site introduces the school and links visitors into events, enrollment, donations, and secure login.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Login page separates Applicant, Student, Parent, and Staff entry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Enrollment And Applicant Portal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Enrollment page collects public applications while applications are open.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Applicant Portal lets applicants track status, decision progress, and application details.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Events And Newsroom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Events page displays event details and accepts newsletter subscriptions.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Blog page presents published news, blog posts, and announcements in a searchable newsroom format.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Donations And Governance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Public donations feed finance records that staff later monitor and verify.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The Board Members page presents governance profiles that staff maintain in the Content workspace.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First-Week Checklist And Common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Use this checklist to help new staff settle in without changing the wrong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NSS New Staff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Before Day 1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Confirm that your invite email, role, and department are correct.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Know which main workspace you are expected to use: admissions, academics, content, finance, or leadership oversight.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During First Login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Open My Profile, set your preferred name and password, and review your visible menu items.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Visit the dashboard first before editing live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27632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If Data Looks Missing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Missing menu items usually mean your role does not include that permission.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Missing student or class data often means the account email, access profile, or class assignment has not been linked yet.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Aptos Display"/>
              </a:rPr>
              <a:t>When To Escalate</a:t>
            </a:r>
          </a:p>
          <a:p>
            <a:pPr algn="l">
              <a:spcAft>
                <a:spcPts val="40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Ask leadership before changing roles, deleting records, publishing public content, or correcting finance data.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334155"/>
                </a:solidFill>
                <a:latin typeface="Aptos"/>
              </a:rPr>
              <a:t>Expired invites, protected accounts, and permission problems should be handled by authorized leadership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468112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